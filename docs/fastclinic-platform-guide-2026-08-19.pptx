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5F7FA"/>
                </a:solidFill>
              </a:defRPr>
            </a:pPr>
            <a:r>
              <a:t>FastClinic</a:t>
            </a:r>
            <a:br/>
            <a:r>
              <a:t>Platform Guide</a:t>
            </a:r>
          </a:p>
          <a:p>
            <a:pPr>
              <a:defRPr sz="1800">
                <a:solidFill>
                  <a:srgbClr val="F97316"/>
                </a:solidFill>
              </a:defRPr>
            </a:pPr>
            <a:r>
              <a:t>2026-08-19  •  https://clinic.fastsme.com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206240"/>
            <a:ext cx="102412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1BCCC"/>
                </a:solidFill>
              </a:defRPr>
            </a:pPr>
            <a:r>
              <a:t>**FastClinic** is an open-source **multi-specialty clinic operations platform** — a FastHTML server-side web app that runs the back office of a modern clinic spanning **general practice, surgical specialties** (orthopaedics, ophthalmology, ENT, general surgery, gynaecology, urology, dermatology, plastics, cardiology, 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Modern clinical care, made personal.</a:t>
            </a:r>
          </a:p>
        </p:txBody>
      </p:sp>
      <p:pic>
        <p:nvPicPr>
          <p:cNvPr id="3" name="Picture 2" descr="01-modern-clinical-care-made-pers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924799" cy="495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46920" y="1143000"/>
            <a:ext cx="19659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CCC"/>
                </a:solidFill>
              </a:defRPr>
            </a:pPr>
            <a:r>
              <a:t>CLINIC OPERATIONS Modern clinical care, made personal. Run appointments, patient operations, billing, recall, revenue, and multi-specialty workflows from one clinical cockpit. Sign In or Register Download Android APK Explore the open-source suite → Product tou</a:t>
            </a:r>
          </a:p>
          <a:p>
            <a:pPr>
              <a:defRPr sz="900">
                <a:solidFill>
                  <a:srgbClr val="F97316"/>
                </a:solidFill>
              </a:defRPr>
            </a:pPr>
            <a:r>
              <a:t>https://fastclinic.dev/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Build with the FastClinic API.</a:t>
            </a:r>
          </a:p>
        </p:txBody>
      </p:sp>
      <p:pic>
        <p:nvPicPr>
          <p:cNvPr id="3" name="Picture 2" descr="02-build-with-the-fastclinic-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924799" cy="495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46920" y="1143000"/>
            <a:ext cx="19659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CCC"/>
                </a:solidFill>
              </a:defRPr>
            </a:pPr>
            <a:r>
              <a:t>FastClinic Developers Compliance 🇬🇧 Back to product DEVELOPER PLATFORM · API V1 Build with the FastClinic API. Explore the live synthetic demo through a typed, versioned API with public reads and token-gated operations. Open Swagger UI Open ReDoc Download swag</a:t>
            </a:r>
          </a:p>
          <a:p>
            <a:pPr>
              <a:defRPr sz="900">
                <a:solidFill>
                  <a:srgbClr val="F97316"/>
                </a:solidFill>
              </a:defRPr>
            </a:pPr>
            <a:r>
              <a:t>https://fastclinic.dev/developers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Compliance &amp; Trust for European Private Clinics</a:t>
            </a:r>
          </a:p>
        </p:txBody>
      </p:sp>
      <p:pic>
        <p:nvPicPr>
          <p:cNvPr id="3" name="Picture 2" descr="03-compliance-trust-for-european-private-clin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924799" cy="495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46920" y="1143000"/>
            <a:ext cx="19659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CCC"/>
                </a:solidFill>
              </a:defRPr>
            </a:pPr>
            <a:r>
              <a:t>COMPLIANCE &amp; TRUST Compliance &amp; Trust for European Private Clinics FastClinic is designed for private multi-specialty clinics operating under EU law. Patient data protection, auditability, and interoperability are product requirements—not afterthoughts. Curren</a:t>
            </a:r>
          </a:p>
          <a:p>
            <a:pPr>
              <a:defRPr sz="900">
                <a:solidFill>
                  <a:srgbClr val="F97316"/>
                </a:solidFill>
              </a:defRPr>
            </a:pPr>
            <a:r>
              <a:t>https://fastclinic.dev/compliance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Modern clinical care, made personal.</a:t>
            </a:r>
          </a:p>
        </p:txBody>
      </p:sp>
      <p:pic>
        <p:nvPicPr>
          <p:cNvPr id="3" name="Picture 2" descr="01-modern-clinical-care-made-pers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924799" cy="495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46920" y="1143000"/>
            <a:ext cx="19659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CCC"/>
                </a:solidFill>
              </a:defRPr>
            </a:pPr>
            <a:r>
              <a:t>CLINIC OPERATIONS Modern clinical care, made personal. Run appointments, patient operations, billing, recall, revenue, and multi-specialty workflows from one clinical cockpit. Sign In or Register Download Android APK Explore the open-source suite → Product tou</a:t>
            </a:r>
          </a:p>
          <a:p>
            <a:pPr>
              <a:defRPr sz="900">
                <a:solidFill>
                  <a:srgbClr val="F97316"/>
                </a:solidFill>
              </a:defRPr>
            </a:pPr>
            <a:r>
              <a:t>https://fastclinic.dev/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